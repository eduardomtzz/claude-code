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Título é o que o cliente compra, não o nome do serviço. Validade sempre na capa.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Entendimento. Se o cliente ler e pensar "é isso mesmo", a proposta já está meio vendida.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em números. Combine a meta antes de escrever; se não houver número, use uma medida qualitativa 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Entregas. Cada uma precisa ser verificável: o cliente sabe quando foi entregue.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incluído. É o slide que evita retrabalho e desgaste. Nunca pule.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Método em quatro etapas com semanas. Aprovação do cliente ao fim de cada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Cronograma em barras por semana. Copie da planilha Projetos e Prazos.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Investimento. Valor total sempre visível, parcelas claras, o que está incluído no preço.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Prova. Só o que dá para verificar: clientes que podem ser contatados, equipe, processo.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próximo passo com data e contato. Não termine com "obrigado".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93776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859536"/>
            <a:ext cx="118872" cy="118872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Proposta: site e captação de matrículas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Escola Nova Era · preparada por Prisma Comunicação · 15 de setembro de 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Válida até 30 de setembro de 2026.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entendemos do seu momento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frases sobre o problema, com as palavras que vocês usaram na reunião.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escola cresceu para 320 alunos e o site atual não mostra a proposta pedagógica nem recebe matrícula.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matrículas chegam por WhatsApp e se perdem: em 2026, 40 famílias interessadas não tiveram resposta em 48 horas.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 para 2027 é 380 alunos, com campanha em outubro e novembro.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60 matrículas novas até dezembro, com resposta em até 24 horas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vamos medir: formulário de interesse, painel semanal, matrículas fechadas.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Matrículas novas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combinada para outubro a dezembro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h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resposta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e-mail e WhatsApp na hora do interesse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5544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site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explica e converte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pedagógica, tour, formulário e agenda de visita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será entregue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entregas verificáveis. O que não está aqui, não está no escopo.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09928"/>
            <a:ext cx="457200" cy="45720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com 6 páginas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proposta pedagógica, séries, estrutura, matrícula, contato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709928"/>
            <a:ext cx="457200" cy="45720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de interesse com automação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e WhatsApp automáticos em até 5 minutos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715768"/>
            <a:ext cx="457200" cy="45720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de campanha de matrículas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por período; 3 variações de anúncio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51460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715768"/>
            <a:ext cx="457200" cy="45720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semanal de interessados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compartilhada, atualizada toda sexta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721608"/>
            <a:ext cx="457200" cy="45720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de fotos e vídeo curto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 período na escola; 40 fotos e 1 vídeo de 60 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5204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721608"/>
            <a:ext cx="457200" cy="45720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0060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da secretaria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hora, gravada, sobre o fluxo de resposta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está incluído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não ter surpresa. Pode ser contratado à parte.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 de anúncios (paga diretamente pela escola às plataformas; sugerimos R$ 3 mil/mês).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Hospedagem e domínio após o primeiro ano (R$ 40/mês, contratados em nome da escola).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de conteúdo contínuo para redes sociais (proposta separada, mensal).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escolar ou integração com o sistema atual.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trabalhamos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etapas, cada uma com uma aprovação sua.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Descobrir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entrevistas, referências, mapa do site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6459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2 e 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das páginas e roteiro do vídeo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6459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Produzir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4 a 6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fotos, vídeo, automações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6459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7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publicação, treinamento, campanha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Cronograma: 7 semanas a partir da aprovação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Começando em 22/09, o site vai ao ar em 6/11, antes da campanha de novembro.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1554480"/>
            <a:ext cx="9013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278777" y="1554480"/>
            <a:ext cx="9013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180114" y="1554480"/>
            <a:ext cx="9013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81451" y="1554480"/>
            <a:ext cx="9013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82789" y="1554480"/>
            <a:ext cx="9013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84126" y="1554480"/>
            <a:ext cx="9013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85463" y="1554480"/>
            <a:ext cx="9013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Descobrir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965960"/>
            <a:ext cx="809897" cy="274320"/>
          </a:xfrm>
          <a:prstGeom prst="roundRect">
            <a:avLst>
              <a:gd name="adj" fmla="val 2666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24497" y="2468880"/>
            <a:ext cx="1711234" cy="274320"/>
          </a:xfrm>
          <a:prstGeom prst="roundRect">
            <a:avLst>
              <a:gd name="adj" fmla="val 2666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Produzir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7171" y="2971800"/>
            <a:ext cx="2612571" cy="274320"/>
          </a:xfrm>
          <a:prstGeom prst="roundRect">
            <a:avLst>
              <a:gd name="adj" fmla="val 2666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31183" y="3474720"/>
            <a:ext cx="809897" cy="274320"/>
          </a:xfrm>
          <a:prstGeom prst="roundRect">
            <a:avLst>
              <a:gd name="adj" fmla="val 26667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Aprovações suas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18381" y="4005072"/>
            <a:ext cx="219456" cy="219456"/>
          </a:xfrm>
          <a:prstGeom prst="ellipse">
            <a:avLst/>
          </a:prstGeom>
          <a:solidFill>
            <a:srgbClr val="FFC83D"/>
          </a:solidFill>
          <a:ln w="19050">
            <a:solidFill>
              <a:srgbClr val="3B1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1055" y="4005072"/>
            <a:ext cx="219456" cy="219456"/>
          </a:xfrm>
          <a:prstGeom prst="ellipse">
            <a:avLst/>
          </a:prstGeom>
          <a:solidFill>
            <a:srgbClr val="FFC83D"/>
          </a:solidFill>
          <a:ln w="19050">
            <a:solidFill>
              <a:srgbClr val="3B1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5066" y="4005072"/>
            <a:ext cx="219456" cy="219456"/>
          </a:xfrm>
          <a:prstGeom prst="ellipse">
            <a:avLst/>
          </a:prstGeom>
          <a:solidFill>
            <a:srgbClr val="FFC83D"/>
          </a:solidFill>
          <a:ln w="19050">
            <a:solidFill>
              <a:srgbClr val="3B1F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26403" y="4005072"/>
            <a:ext cx="219456" cy="219456"/>
          </a:xfrm>
          <a:prstGeom prst="ellipse">
            <a:avLst/>
          </a:prstGeom>
          <a:solidFill>
            <a:srgbClr val="FFC83D"/>
          </a:solidFill>
          <a:ln w="19050">
            <a:solidFill>
              <a:srgbClr val="3B1F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Bolinhas amarelas: reuniões de aprovação (30 minutos cada).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Investimento: R$ 31.000, em três parcelas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fechado para as seis entregas. Sem custo extra dentro do escopo.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R$ 31.000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total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vista com 5% de desconto: R$ 29.450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R$ 10.334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aprovação, na entrega do layout e na publicação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5544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dias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desistir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a aprovação, antes de começar a produção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 hospedagem e domínio no primeiro ano, duas rodadas de revisão por etapa e 30 dias de ajustes após a publicação.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Prisma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fatos verificáveis. Sem adjetivos.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sites para escolas e cursos nos últimos 2 anos (Nova Era pode falar com a Escola do Vale e o Curso Ápice).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de 4 pessoas: estratégia, design, texto e tecnologia, sem terceirizar o essencial.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semanal e prazo por etapa: você sabe onde o projeto está sem precisar perguntar.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até 30/09 por e-mail ou assinatura da proposta.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Reunião de descoberta na semana de 22/09 (2 horas, na escola).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no ar em 6/11; campanha de matrículas a partir de 10/11.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Silva · ana@prisma.exemplo · (11) 9 0000-0000 (dados fictícios)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comercial · modelo de 10 slides</dc:title>
  <dc:subject>PptxGenJS Presentation</dc:subject>
  <dc:creator>Seu Sócio Gestor</dc:creator>
  <cp:lastModifiedBy>Seu Sócio Gestor</cp:lastModifiedBy>
  <cp:revision>1</cp:revision>
  <dcterms:created xsi:type="dcterms:W3CDTF">2026-09-13T18:12:43Z</dcterms:created>
  <dcterms:modified xsi:type="dcterms:W3CDTF">2026-09-13T18:12:43Z</dcterms:modified>
</cp:coreProperties>
</file>