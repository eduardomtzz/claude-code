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Recebido em agosto (R$)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Outras entradas</c:v>
                  </c:pt>
                  <c:pt idx="1">
                    <c:v>Convênio · Vida Care</c:v>
                  </c:pt>
                  <c:pt idx="2">
                    <c:v>Convênio · MediPlan</c:v>
                  </c:pt>
                  <c:pt idx="3">
                    <c:v>Particular a prazo</c:v>
                  </c:pt>
                  <c:pt idx="4">
                    <c:v>Convênio · Saúde Total</c:v>
                  </c:pt>
                  <c:pt idx="5">
                    <c:v>Particular à vista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1711</c:v>
                </c:pt>
                <c:pt idx="2">
                  <c:v>2130</c:v>
                </c:pt>
                <c:pt idx="3">
                  <c:v>5315</c:v>
                </c:pt>
                <c:pt idx="4">
                  <c:v>7320</c:v>
                </c:pt>
                <c:pt idx="5">
                  <c:v>33860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  <c:min val="0"/>
        </c:scaling>
        <c:delete val="0"/>
        <c:axPos val="b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Modelo do Kit de Gestão para Médicos (v1.0, set/2026): troque os textos e mantenha a estrutura. O símbolo do canto está no slide mestre (Exibir &gt; Slide mestre): apague lá uma vez e some de todos. Capa. Reunião de 30 minutos: os números vêm prontos das planilhas 09 (Caixa, Config = Agosto), 13 (Convênios), 16 (Conciliação de cartão), 10 (Provisão), 11 (Repasse e pró-labore) e 12 (Reserva); o contador recebe os arquivos do slide 8 dois dias antes. O roteiro da reunião está no bônus 24. Só totais: nenhum nome de paciente, nenhuma guia por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Receita por origem. Barras horizontais, uma série, com as categorias de entrada da aba Config do Caixa (09). Clique no gráfico &gt; Editar dados. O contador precisa saber o que é particular, o que é convênio (lote pago, não enviado) e o que é devolução (outras entradas), porque o tratamento é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Convênios. A tabela é a aba Lotes da 13 filtrada pelos pagos em agosto; glosa = enviado − pago. O contador precisa de: valor enviado, valor pago, glosa e recuperado, por operadora (dúvidas 3 e 4: nota sobre o enviado ou sobre o pago? a glosa sai da base? há retenção no pagamento?). Nome de paciente e número de guia ficam na planilha 13, na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Cartão. A tabela é "Por tipo de pagamento no mês" do Painel da 16. O bruto entra no caixa no dia da venda e as taxas saem em uma linha no fim do mês: é assim que o Caixa (09) e o Resultado (18) mostram R$ 484 em agosto. Se a clínica antecipa recebíveis, acrescente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Provisões. A alíquota de 11 % é do exemplo: o contador confirma a de cada mês e o anexo do Simples (dúvida 1). O 13º dos sócios é decisão, não obrigação: pergunte o melhor formato (dúvida 7). A recepcionista é CLT: 13º, férias e encargos são obrigação; confira os valores com a folha.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Repasse e pró-labore. Três dinheiros diferentes: repasse ao parceiro (custo variável, contra nota), pró-labore (custo fixo) e distribuição de lucro; cada um tem tratamento próprio, e é isso que se pergunta ao contador (dúvidas 6 e 7). Os totais vêm da aba Painel da 11 ("Médicos parceiros" e "Sócios no ano").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Dúvidas. Lista numerada para o contador responder por escrito. Perguntas de gestão e contabilidade; nada de consulta jurídica nem clínica aqui. Guarde as respostas na aba Config das planilhas citadas (05, 06, 07, 08, 10, 11, 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Anexos. Diga exatamente que arquivo e que aba o contador recebe. Nunca a Agenda (01), a aba Guias da 13 nem a lista de parcelas da 14: só totais. Dado de saúde é sensível e nome de paciente com procedimento já é dado de saúde. Envie dois dias antes da reunião e termine com a data da próxima.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 e caixa de agosto de 2026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Vida Plena (exemplo fictício) · reunião mensal com o contador · 14 de setembro de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Entrou R$ 50.336, saiu R$ 41.620, sobrou R$ 8.716; convênios pagos no mês R$ 11.161, com R$ 665 de glosa. Oito dúvidas no slide 7.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de agosto por origem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Recebimentos de agosto (regime de caixa), Caixa da clínica (09), aba Painel "De onde veio o dinheiro". Total: R$ 50.336.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5087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Julho: R$ 53.101 (−5,2 %). Particular à vista entra pelo fechamento do dia (uma linha por dia e forma de pagamento); a prazo, quando a parcela cai; convênio, quando o lote é pago, já descontada a glosa.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recebimento tem nota fiscal de serviço; as notas do mês vão em anexo (dúvida 2).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janeiro a agosto: R$ 337.587 recebidos (à vista R$ 232.200, a prazo R$ 37.045, Saúde Total R$ 39.925, MediPlan R$ 16.250, Vida Care R$ 11.547, outras entradas R$ 620).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Convênios: lotes pagos em agosto e posição de hoje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 a receber (13), aba Painel. Só totais por operadora e por lote; a lista de guias fica na clínica.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1005840"/>
                <a:gridCol w="822960"/>
                <a:gridCol w="1005840"/>
                <a:gridCol w="109728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 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Saúde Total · jun/2026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R$ 7.560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05/08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R$ 7.320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recurso (R$ 240)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MediPlan · jun/2026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R$ 2.265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20/08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R$ 2.130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Vida Care · mai/2026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R$ 2.001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05/08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R$ 1.711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R$ 290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aceito: R$ 200 recebidos em 08/09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 em agosto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R$ 11.826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R$ 11.161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R$ 665 (5,6 %)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Posição em 11/09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receber (lotes enviados e não pagos) R$ 15.758: Saúde Total R$ 4.555, MediPlan R$ 6.305, Vida Care R$ 4.898. Atrasado R$ 1.727 (lote de junho do Vida Care, previsto para 04/09). Em recurso R$ 240.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Recebido dos convênios R$ 73.702; glosa R$ 4.273 (5,5 % = glosa ÷ (pago + glosa)); recuperado por recurso R$ 800. Prazo real médio: Saúde Total 32 dias (contrato 30), MediPlan 47 (45), Vida Care 61 (60).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Cartão, Pix e taxas de agosto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Conciliação de cartão e taxas (16), Config = Agosto. As taxas do mês entram no Caixa (09) como uma saída só, no último dia do mês.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097280"/>
                <a:gridCol w="1097280"/>
                <a:gridCol w="118872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 de recebimento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média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Líquido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 na conta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R$ 13.380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R$ 13.380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Cartão de débito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R$ 8.090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R$ 121,35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R$ 7.969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Cartão de crédito à vista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R$ 5.840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R$ 186,88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R$ 5.653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Cartão de crédito parcelado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R$ 175,89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R$ 4.334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em 30 dias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R$ 31.820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R$ 484,12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1,52 %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R$ 31.336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taxas de agosto (R$ 484,12) equivalem a 1,3 consultas particulares; no ano, R$ 3.530 até agosto. O crédito parcelado é 14 % das vendas e a maior taxa. Ainda vai cair na conta R$ 10.899 (parcelas de crédito de julho e agosto); R$ 4.048 aguardam conferência no extrato da operadora.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 5: como lançar taxa e antecipação para não sair como receita a menos nem como despesa a mais. Sem antecipação no exemplo.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Provisão de impostos, 13º e férias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Provisão (10). Separado no fechamento do mês e transferido para a conta separada no dia 5.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100584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Agosto (R$)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Jan–ago (R$)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Impostos e taxas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11 % das entradas do mês (alíquota efetiva combinada com o contador; Simples, anexo a confirmar); guia paga no dia 20 do mês seguinte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37.067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R$ 750 por sócio por mês (reserva de dezembro decidida pelos sócios, sem obrigação legal) + R$ 198 da recepcionista, com FGTS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13.584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Férias da recepcionista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R$ 264 por mês (salário, adicional de um terço e encargos ÷ 12)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separado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52.763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Guias pagas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11 % das entradas do mês anterior, dia 20 (agosto: sobre os R$ 53.101 de julho)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35.160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provisionado (fim de agosto)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separado − usado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da clínica (12)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Alvo: três meses de custo fixo com pró-labore (R$ 84.000). Guardado: R$ 14.000. Aporte proposto pelos sócios: R$ 3.000 por mês a partir de setembro. Guia de setembro (20/09): R$ 5.537.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à médica parceira e pró-labore dos sócios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e pró-labore (11). Repasse no dia 10, pró-labore no dia 28, sempre da conta da clínica. Janeiro a agosto.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7406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60120"/>
                <a:gridCol w="1143000"/>
                <a:gridCol w="960120"/>
                <a:gridCol w="868680"/>
                <a:gridCol w="91440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Agosto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 jan–ago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Retiradas extras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Desp. pessoais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acertar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Dra. Renata Sousa (parceira)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50 % da produção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R$ 5.190 (pago 10/09)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R$ 37.415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Dra. Carolina Mendes (sócia)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R$ 9.000/mês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R$ 1.860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R$ 2.740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Paulo Andrade (sócio)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R$ 9.000/mês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Sócios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R$ 18.000/mês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R$ 144.000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R$ 5.440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6118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da casa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= 50 % da produção da parceira no mês (agosto: R$ 10.380), pago dia 10 contra nota; a glosa é da clínica. A recepção (R$ 3.100 com encargos) é custo fixo, não pró-labore. O que escapou para a conta da clínica virou "a acertar": retiradas extras + despesas pessoais − devoluções (R$ 620 da Dra. Carolina) = R$ 5.440 no ano, a descontar da próxima distribuição.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lucro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50 % do resultado do trimestre fechado após pró-labore, paga dia 10 do mês seguinte. 1º trimestre: −R$ 2.791, sem distribuição. 2º trimestre: R$ 7.182, R$ 3.591 pagos em julho. 3º trimestre em andamento: R$ 12.891 até 11/09.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 para o contador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perguntas. As respostas vão para a aba Config das planilhas e para a ata da reunião.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81328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efetiva de agosto e enquadramento: o faturamento dos últimos 12 meses ou a folha (fator r) mudam o anexo do Simples?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fiscais: as notas de agosto batem com as entradas do caixa? Algum recebimento sem nota a regularizar?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Convênio: a nota é sobre o valor enviado no lote ou sobre o pago? A glosa (R$ 665 em agosto) sai da base do imposto?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operadora reteve algum tributo no pagamento dos lotes? Onde isso aparece no demonstrativo e como lançar?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Taxas de cartão (R$ 484,12) e, se houver, antecipação: como lançar para não distorcer receita nem despesa?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à médica parceira: como formalizar (contrato, nota da parceira, retenções)? Muda algo se a base for o recebido em vez da produção?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3º trimestre em outubro: o que precisa estar apurado antes e como registrar o "a acertar" de R$ 5.440? E o 13º dos sócios: pró-labore extra em dezembro ou distribuição?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de guias e obrigações de outubro a dezembro (impostos, folha da recepção, alvará, CNES, declarações), para entrar na Rotina da semana (03).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enviados com este resumo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Caixa da clínica: aba Painel com Config = Agosto (entradas por origem e saídas por categoria) e as notas fiscais do mês.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Provisão de impostos, 13º e férias: aba Painel.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Repasse e pró-labore: aba Painel ("Médicos parceiros" e "Sócios no ano").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Convênios a receber: só os cartões e a tabela "Por convênio" do Painel, copiados para o slide 3. Sem a aba Guias, sem nome de paciente.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Conciliação de cartão: cartões e "Por tipo de pagamento" do Painel (Config = Agosto).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· Resultado mensal (agosto) e 20 · Resumo do mês (bloco único, gerado com o prompt "Caixa 04").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kit: extratos bancários de agosto, demonstrativos de pagamento das operadoras e guias pagas.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43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em .xlsx, com as fórmulas; o contador não precisa alterar nada. Próxima reunião: 5 de outubro de 2026, com o fechamento de setembro.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Convênios e caixa para o contador · modelo de 8 slides</dc:title>
  <dc:subject>PptxGenJS Presentation</dc:subject>
  <dc:creator>Kit de Gestão para Médicos</dc:creator>
  <cp:lastModifiedBy>Kit de Gestão para Médicos</cp:lastModifiedBy>
  <cp:revision>1</cp:revision>
  <dcterms:created xsi:type="dcterms:W3CDTF">2026-09-14T22:09:37Z</dcterms:created>
  <dcterms:modified xsi:type="dcterms:W3CDTF">2026-09-14T22:09:37Z</dcterms:modified>
</cp:coreProperties>
</file>