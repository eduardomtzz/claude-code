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Produção mensal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7450</c:v>
                </c:pt>
                <c:pt idx="1">
                  <c:v>6510</c:v>
                </c:pt>
                <c:pt idx="2">
                  <c:v>12100</c:v>
                </c:pt>
                <c:pt idx="3">
                  <c:v>8770</c:v>
                </c:pt>
                <c:pt idx="4">
                  <c:v>10490</c:v>
                </c:pt>
                <c:pt idx="5">
                  <c:v>9440</c:v>
                </c:pt>
                <c:pt idx="6">
                  <c:v>9690</c:v>
                </c:pt>
                <c:pt idx="7">
                  <c:v>10380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nos dois layouts, Claro e Escuro (Exibir &gt; Slide mestre): apague o símbolo nos dois e ele some de todos os slides. Capa. O título diz o que a clínica propõe, em linguagem do médico convidado. Validade sempre na capa. Turnos e sala vêm da Agenda (01, Config); o percentual de repasse, da planilha 11. O custo da hora (05), o custo da estrutura e a margem da parceria (11) ficam na clínica e não aparecem em nenhum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 clínica. Cartões com o que existe: salas, equipe, pagadores, horário. Corrija o texto do segundo cartão para a sua equipe. Nada de ocupação, faturamento ou custo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Proposta. Turnos, sala e horas: são as linhas de Config da Agenda (01). Deixe claro que o parceiro escolhe quais convênios atende. A tabela particular é combinada, não imposta; a divulgação de preços segue as regras do CFM.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O que a clínica fornece. É o slide que justifica o percentual. Liste o que costuma ficar invisível: confirmação, cobrança, nota, guia, glosa. O recurso de glosa por motivo clínico é do médico (o prontuário é dele); o administrativo, da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O que o parceiro fornece. Seis itens administrativos; nenhum clínico. A frase sobre a formalização (PJ, nota, contrato) é para não prometer um formato que o contador ainda não confirmou: o kit não traz modelo de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Repasse. Tabela nativa: clique e edite. Mostre a conta com dois ou três atendimentos, não com a produção total da clínica. O percentual e a base (produção ou recebido) são os da Config da planilha 11. O que fica com a clínica paga sala, recepção, cobrança e glosa: não coloque aqui o custo da estrutura por hora nem a margem da parceria.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Simulação. Por padrão este slide é simulação, com os números do exemplo do kit e sem nome de profissional: é o que se manda para um médico de fora. Para trocar pelo caso de um parceiro atual, com nome, é preciso autorização por escrito dele: produção, horas e repasse são dado de equipe identificado e não saem da clínica sem isso (bônus 23, seção 6). Mesmo com autorização, só produção, horas e repasse (planilhas 01 e 11): nenhum paciente, nenhum dado clínico, nenhum número interno da clínica. Gráfico nativo: clique &gt; Editar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Regras. Seis temas administrativos, uma linha cada. Não são cláusulas: são os combinados que o contador e o jurídico vão transformar em acordo. Nada clínico entra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Próximos passos com data. O primeiro é a decisão do parceiro (validade da proposta, 15 dias); o segundo é a formalização, que depende do contador; os outros mostram que a clínica já tem o caminho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Fechamento: contato de quem responde, com horário. Preencha [e-mail], [telefone] e [endereço]: os colchetes existem para ninguém enviar contato de exemplo. Não termine com "obrigado": termine com como falar com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do médico] · [especialidade] ·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Preparada pela Clínica Vida Plena (exemplo fictício). Dois turnos por semana na Sala 2, por repasse sobre a produção. Proposta válida por 15 dias, até 29 de setembro de 2026.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clínica hoje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que o parceiro precisa saber para decidir: estrutura, equipe, pagadores e horário. Sem números internos.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de atendimento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1 e Sala 2, com recepção e sala de espera compartilhadas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atendendo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sócios (clínica médica e cardiologia) e uma parceira (endocrinologia)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particular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Total, MediPlan e Vida Care credenciados; particular à vista e a prazo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seg. a sex.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manhã (8h às 12h) e tarde (13h às 17h); recepção o dia inteiro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Equipe: Dra. Carolina Mendes (sócia, clínica médica), Dr. Paulo Andrade (sócio, cardiologia), Dra. Renata Sousa (parceira, endocrinologia, dois turnos por semana) e Bruna Carvalho (recepção). Exames realizados na clínica: ECG, MAPA, Holter e teste ergométrico.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propomos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turnos fixos por semana, na mesma sala, com agenda aberta a particular e aos convênios que o parceiro aceitar.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Segunda-feira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13h às 17h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· 4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Quarta-feira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13h às 17h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· 4 horas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turnos de 4 horas: 8 horas de agenda por semana, cerca de 32 horas por mês (feriados descontados); consultas de [30] minutos e retornos de [20], ou a duração que a especialidade pedir.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aberta a particular e aos convênios credenciados que o parceiro aceitar atender; a tabela particular da especialidade é combinada entre o parceiro e a clínica antes do primeiro turno.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previsto: [19/10/2026]. Revisão da parceria a cada seis meses (turnos, tabela, percentual).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clínica fornece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 que está fora da consulta. O parceiro chega, atende e vai embora sem pensar em agenda, guia ou cobrança.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equipada e higienizada, com material básico de consulta.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Recepção e sala de espera; sistema de agenda; energia, internet e telefone.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da clínica (ECG, MAPA, Holter) para exames indicados pelo parceiro, com agendamento pela recepção.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Agendamento, confirmação de véspera por mensagem e remarcação de faltas.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do particular (à vista e a prazo), nota fiscal e conciliação de cartão.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 de convênio, envio dos lotes, acompanhamento do pagamento e recurso administrativo de glosa.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parceiro fornece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profissional e presença nos turnos. O prontuário e a conduta são do médico; a clínica não interfere.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 ativa no CRM e registro de especialidade [RQE], com cópia para o cadastro da clínica.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nos dois turnos combinados; ausência avisada com [15] dias, para a recepção remarcar os pacientes.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e prontuário sob a sua responsabilidade, no sistema da clínica ou no seu, conforme combinado, com sigilo e guarda pelas regras do CFM e da LGPD.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e materiais específicos da especialidade que a clínica não tenha: [liste].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jurídica própria e nota fiscal para a clínica a cada repasse, no formato que o contador da clínica e o seu definirem (a formalização da parceria, contrato incluído, é combinada com o contador e com quem cuida do jurídico dos dois lados).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material de divulgação com o nome da clínica ou do parceiro é aprovado pelos dois e segue a Resolução CFM 2.336/2023.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Repasse: como se calcula e quando é pago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sobre a produção do mês (valor de tabela dos atendimentos realizados), pago no dia 10 do mês seguinte, com demonstrativo.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Atendimento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de tabela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Parceiro (50 %)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 (50 %)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particular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Retorno particular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pelo convênio Saúde 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endócrina particular (exemplo da especialidade)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é a produção realizada no mês, registrada na agenda da clínica; o demonstrativo acompanha o pagamento. Faltas e cancelamentos não geram repasse; retorno sem cobrança também não.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 de convênio é por conta da clínica: o parceiro recebe pelo valor de tabela. Alternativa, se preferirem: [ ] % sobre o valor efetivamente recebido, com o prazo do convênio.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no dia 10 do mês seguinte, por transferência, contra a nota fiscal do parceiro.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na prática: oito meses simulados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com os números do exemplo do kit: um parceiro com dois turnos por semana, ao longo de oito meses. Não é o histórico de nenhum profissional identificado.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463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R$ 10.380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um mês cheio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atendimentos em 23,7 horas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94960" y="2606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2679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R$ 5.190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do mesmo mês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no dia 10, com demonstrativo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oito meses simulados: R$ 74.830 de produção e R$ 37.415 de repasse, sempre no dia 10, com a agenda em torno de 88 % de ocupação. [Para usar o caso de um parceiro real: só com autorização por escrito dele.]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administrativas combinadas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haver atrito depois. Tudo isto vai para o acordo escrito, no formato que o contador e o jurídico definirem.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fica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recepção marca e confirma; o parceiro define a duração de cada procedimento e pode bloquear horários com [7] dias de aviso.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Faltas e cancelamentos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Confirmação de véspera pela recepção; política de faltas da clínica vale para todos os profissionais.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Convênios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parceiro escolhe quais atende; guias preenchidas no dia; lote enviado pela clínica no dia 5; glosa administrativa recorrida pela clínica, glosa clínica pelo médico.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Prontuário e sigilo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médico. Nenhum dado de paciente sai da clínica nem entra em ferramenta de IA pública; regras do guia LGPD da clínica.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Divulgação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Qualquer material com o nome da clínica ou do parceiro é aprovado pelos dois e segue as regras do CFM e do CRM.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cada seis meses: turnos, tabela, percentual, ocupação. Qualquer um dos lados encerra com [30] dias de aviso, cumprindo a agenda já marcada.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passos até o primeiro turno.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à proposta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81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e-mail ou mensagem, com os turnos e convênios que aceita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819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29/09/2026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50008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Formalização com o contador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parceria, nota fiscal e formato do repasse definidos pelos dois lados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331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06/10/2026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9816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81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visita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0815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da especialidade na agenda, cadastro no sistema, conhecer a recepção e a sala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0815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de 12/10/2026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849624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31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turno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8313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aberta com duas semanas de antecedência; primeiro repasse em 10/11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8313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19/10/2026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Carolina Mendes · sócia · [e-mail] · [telefone]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Paulo Andrade · sócio · [e-mail] · [telefone]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· [endereço] · seg. a sex., 8h às 17h · recepção: [telefone]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os colchetes pelos dados reais antes de enviar. Esta apresentação é uma proposta comercial entre profissionais; as condições finais ficam no acordo escrito. Não é material de divulgação ao público.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parceria · modelo de 10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2026-09-14T23:20:02Z</dcterms:created>
  <dcterms:modified xsi:type="dcterms:W3CDTF">2026-09-14T23:20:02Z</dcterms:modified>
</cp:coreProperties>
</file>