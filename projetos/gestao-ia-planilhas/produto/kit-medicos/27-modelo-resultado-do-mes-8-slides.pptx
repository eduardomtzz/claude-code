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das consultas de agosto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Particular</c:v>
                  </c:pt>
                  <c:pt idx="1">
                    <c:v>Saúde Total</c:v>
                  </c:pt>
                  <c:pt idx="2">
                    <c:v>MediPlan</c:v>
                  </c:pt>
                  <c:pt idx="3">
                    <c:v>Vida Care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12867</c:v>
                </c:pt>
                <c:pt idx="1">
                  <c:v>-720</c:v>
                </c:pt>
                <c:pt idx="2">
                  <c:v>-1474</c:v>
                </c:pt>
                <c:pt idx="3">
                  <c:v>-793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-300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Entrou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Junho</c:v>
                  </c:pt>
                  <c:pt idx="1">
                    <c:v>Julho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43855</c:v>
                </c:pt>
                <c:pt idx="1">
                  <c:v>53101</c:v>
                </c:pt>
                <c:pt idx="2">
                  <c:v>50336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Saiu</c:v>
                </c:pt>
              </c:strCache>
            </c:strRef>
          </c:tx>
          <c:spPr>
            <a:solidFill>
              <a:srgbClr val="B89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Junho</c:v>
                  </c:pt>
                  <c:pt idx="1">
                    <c:v>Julho</c:v>
                  </c:pt>
                  <c:pt idx="2">
                    <c:v>Agosto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41534</c:v>
                </c:pt>
                <c:pt idx="1">
                  <c:v>43427</c:v>
                </c:pt>
                <c:pt idx="2">
                  <c:v>41620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nos dois layouts, Claro e Escuro (Exibir &gt; Slide mestre): apague o símbolo nos dois e ele some de todos os slides. Capa. A frase em itálico é a conclusão do mês em uma linha: escreva por último, depois de montar os outros slides. Os números vêm do Resultado mensal (18, Config = Agosto), do Caixa (09), da Agenda (01), do Simulador (07) e dos Convênios (13); a posição de parcelas e orçamentos é a de hoje (14 e 15). O prompt "Painel 01 · Explicar o mês ao sócio" ajuda a escrever a frase. Nenhum nome de paciente entra nesta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Resumo. Três números: o que entrou, o que sobrou e o que ainda vai entrar. O card destacado é o resultado. Diga o número ruim junto com o bom. O resultado da DRE (18) não é o que sobrou no caixa (09: R$ 8.716): a DRE provisiona 11 % de impostos em vez da guia paga (R$ 5.841) e deixa fora a despesa pessoal a acertar (R$ 620, na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Agenda. Hoje, 14/09: setembro está em 81 % de ocupação, com a Sala 2 em 66 % (8,2 horas vazias) e 4 das 6 faltas do mês na agenda do Dr. Paulo; a taxa de falta caiu de 10,9 % (fim de julho) para 5,3 % depois da confirmação de véspera; os 48 retornos de agosto não têm cobrança. Os cartões vêm do Painel da 01 com Config = Agosto; a tabela, da Tabela de preços (08) com o volume de agosto. O ECG é o único procedimento com valor médio abaixo do mínimo: 10 dos 18 foram por convênio, a R$ 32 ou R$ 40. Não discuta paciente nem atendimento aqui: só horas, faltas e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Preço e mix. Gráfico de colunas nativo: clique &gt; Editar dados. Os números vêm do quadro 4 do Simulador (07). Não é argumento para descredenciar: é argumento para renegociar tabela e prazo (prompt Preço 06) e para olhar onde há hora vazia (planilha 01). Nada de divulgar preço sem revisar pelas regras do CFM.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Caixa. Gráfico de colunas nativo: Entrou e Saiu por mês; a diferença é o que sobrou. Os três meses vêm do Painel mensal do Caixa (09) ou da aba Histórico do Painel da clínica (17). Se o mês fechou negativo, diga primeiro e explique por quê. Julho teve a distribuição do 2º trimestre (R$ 3.591); agosto, a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Recebíveis. Separe sempre convênio (lote enviado, prazo, glosa) de particular a prazo (parcela, régua). Inadimplência = vencido ÷ (pago + vencido), a mesma conta em todo o kit; glosa = glosa ÷ (pago + glosa) dos lotes pagos. A lista "Cobrar primeiro" da planilha 14 ordena por valor × dias de atraso; os nomes ficam na planilha, não no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Decisões. Só o que precisa de sim ou não dos sócios, com valor e prazo. No máximo três: mais que isso vira discussão sem fim. Descredenciamento e contrato de parceria têm regra própria: a decisão aqui é começar a conversa, não redigir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Próximos passos. Copie para a rotina da semana (planilha 03) e confira na próxima reunião o que foi feito. Não termine com "obrigado": termine com a data da próxima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agosto de 2026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(exemplo fictício) · reunião dos sócios · segunda-feira,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agosto deu resultado de R$ 9.640 (margem de 19,2 %), abaixo de julho; a ocupação de 70 % e os R$ 4.550 vencidos hoje pedem ação esta semana.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mês em três números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Resultado mensal (18) e Caixa da clínica (09), agosto fechado; Convênios (13) e Parcelas (14) na posição de sexta, 11/09.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R$ 50.336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(entrou no mês)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R$ 53.101 em julho (−5,2 %). Particular à vista R$ 33.860, a prazo R$ 5.315, convênios R$ 11.161 (Saúde Total R$ 7.320, MediPlan R$ 2.130, Vida Care R$ 1.711).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R$ 9.640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(margem 19,2 %)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R$ 10.000 de custos fixos, R$ 7.159 de despesas variáveis (materiais, cartão, repasse, manutenção), R$ 18.000 de pró-labore e R$ 5.537 de impostos provisionados (11 %). Julho: R$ 12.598 (23,7 %).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R$ 15.758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 a receber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 enviados e não pagos, posição de 11/09; R$ 1.727 atrasados (lote de junho do Vida Care). Particulares: R$ 4.550 vencidos em 16 parcelas (inadimplência a prazo 10,4 %).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agosto: 168 horas disponíveis, 118,3 atendidas (70,4 %), 23 faltas (8,4 %), produção R$ 48.631.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agosto: ocupação, faltas e o que produziu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 ocupação (01) e Faltas e retornos (02), Config = Agosto. Produção = valor de tabela dos atendimentos realizados, antes de glosa e impostos.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70,4 %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118,3 h de 168; julho 71,7 %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8,4 %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falta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faltas; julho 8,8 %; meta 6 %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R$ 48.631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do mês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0604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R$ 410,97 por hora atendida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280160"/>
                <a:gridCol w="128016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Procedimento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Realizados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médio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 o preço mínimo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R$ 30.730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R$ 236,38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endócrina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R$ 10.380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R$ 346,00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R$ 249,00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 ergométrico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R$ 2.270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R$ 283,75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R$ 1.416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R$ 78,67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−38 %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R$ 1.345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R$ 168,12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Consulta: o que cada pagador deixou em agosto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convênio × particular (07), quadro 4: as 130 consultas realizadas em agosto, líquido após glosa, custo do dinheiro e impostos, contra o custo cheio de R$ 130,67.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480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868680"/>
                <a:gridCol w="86868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Líquido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cheio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R$ 20.968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R$ 8.101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R$ 12.867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Saúde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R$ 3.267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−R$ 720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R$ 3.920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−R$ 1.474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Care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−R$ 793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R$ 26.867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R$ 16.987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R$ 9.880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da hora de atendimento R$ 200 (R$ 28.000 ÷ 140 h) e hora mínima R$ 340 (planilha 05). A consulta particular deixa R$ 534 por hora; nenhum convênio cobre o custo cheio.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agenda vazia, o convênio ainda contribui (Saúde Total: R$ 97,85 por consulta). Com agenda cheia, toma o lugar de um particular. A decisão é por sala e turno, não geral.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Caixa: entrou × saiu nos últimos três meses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da clínica (09), aba Painel. Saiu inclui custos fixos, pró-labore, repasse à médica parceira, guia de impostos, materiais e taxas de cartão.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0876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R$ 50.336, saiu R$ 41.620, sobrou R$ 8.716 (julho: R$ 9.674; junho: R$ 2.321).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de agosto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R$ 18.000 · custos fixos R$ 10.000 · guia de impostos R$ 5.841 (11 % das entradas de julho) · repasse à Dra. Renata R$ 4.845 · materiais R$ 1.380 · taxas de cartão R$ 484 · manutenção R$ 450 · despesa pessoal a acertar R$ 620.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Sobrou R$ 18.311 de janeiro a agosto; saldo em caixa R$ 52.251 hoje, com R$ 25.997 a pagar até o fim de setembro. Provisão guardada: R$ 17.602 ao fim de agosto. Reserva: R$ 14.000 de R$ 84.000 (meio mês de custo fixo).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Convênios, parcelas e orçamentos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Convênios a receber (13), Parcelas e inadimplência (14) e Orçamentos (15), posição de sexta, 11/09. Só totais.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R$ 15.758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 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R$ 1.727 atrasados (Vida Care, lote de junho, 10 dias); R$ 240 em recurso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5,6 %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 dos lotes pagos em agosto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5,5 % no ano: Saúde Total 3,3 %, MediPlan 7,5 %, Vida Care 11,3 % (meta 4 %)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R$ 4.550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a prazo (10,4 %)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parcelas; fim de agosto R$ 4.040 (9,8 %); julho R$ 3.380 (9,6 %); meta 8 %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primeiro (14)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parcelas há 30 dias ou mais somam R$ 3.190: mensagem já não resolve; é o degrau 4 da régua (conversa do médico ou da administração e plano por escrito). As outras cinco (R$ 1.360) estão nos degraus 1 a 3, com a recepção.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da planilha 14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dia: lembrete gentil por WhatsApp · 7 dias: mensagem da recepção com nova data · 15 dias: ligação da recepção com o demonstrativo · 30 dias: conversa e plano por escrito. Sem ameaça, sem constrangimento; os modelos do bônus 22 seguem a régua.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Orçamentos (15)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no trimestre R$ 8.510 (47 % da meta de R$ 18.000); 6 em aberto somando R$ 3.460; taxa de aprovação 72 %; "vai pensar / sem retorno" é o maior motivo de perda.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para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R$ 3.000 por mês para a reserva da clínica, a partir de setembro, até chegar a três meses de custo fixo (R$ 84.000; hoje R$ 14.000, meta em setembro de 2028 pela planilha 12). Ou R$ 5.000, que cabe na sobra média dos três últimos meses fechados (R$ 6.904)?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Care: 11,3 % de glosa, 61 dias de prazo real e R$ 110 por hora na consulta. Pedir a conversa de tabela e prazo (prompt Preço 06) antes da renovação, ou reduzir os horários de terça à tarde? Decidir o pedido hoje.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com 8,2 horas vazias em setembro (66 % de ocupação). Abrir as tardes de segunda e quarta para um segundo médico parceiro por repasse (modelo 28)? Um turno a mais do Dr. Paulo só depois de encher os 34 % livres que ele já tem na Sala 2. Decidir se a conversa começa.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resposta (sim, não, adiado) na ata da reunião antes de passar ao próximo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tem um responsável e uma data. Sem dono, não entra na lista.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Recorrer das duas guias glosadas de julho (Saúde Total, R$ 170) com o texto administrativo do Recebíveis 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Cobrar por escrito o lote de junho do Vida Care (R$ 1.727, 10 dias de atraso; Recebíveis 08)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Enviar a mensagem da régua para as 16 parcelas vencidas (modelos 09 a 12 do bônus 22) e registrar na planilha 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Bruna Carvalho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Conversar com os 11 pacientes com parcela há mais de 30 dias e registrar o plano por escrito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Transferir R$ 3.000 para a reserva e registrar na planilha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Paulo Andrade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28/09/2026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Fechar setembro e enviar o resumo ao contador, só totais (planilhas 18 e 20; bônus 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Dra. Carolina Mendes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05/10/2026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de resultado: 5 de outubro de 2026, com o fechamento de setembro.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do mês para os sócios · modelo de 8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2026-09-14T23:03:48Z</dcterms:created>
  <dcterms:modified xsi:type="dcterms:W3CDTF">2026-09-14T23:03:48Z</dcterms:modified>
</cp:coreProperties>
</file>