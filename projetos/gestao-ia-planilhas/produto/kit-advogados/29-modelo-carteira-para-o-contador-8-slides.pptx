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Recebido em setembro (R$)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Consultoria e pareceres</c:v>
                  </c:pt>
                  <c:pt idx="1">
                    <c:v>Honorários mistos (parte fixa)</c:v>
                  </c:pt>
                  <c:pt idx="2">
                    <c:v>Honorários de êxito</c:v>
                  </c:pt>
                  <c:pt idx="3">
                    <c:v>Honorários por hora</c:v>
                  </c:pt>
                  <c:pt idx="4">
                    <c:v>Honorários fixos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2600</c:v>
                </c:pt>
                <c:pt idx="1">
                  <c:v>4400</c:v>
                </c:pt>
                <c:pt idx="2">
                  <c:v>4000</c:v>
                </c:pt>
                <c:pt idx="3">
                  <c:v>9600</c:v>
                </c:pt>
                <c:pt idx="4">
                  <c:v>8800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0"/>
          <c:min val="0"/>
        </c:scaling>
        <c:delete val="0"/>
        <c:axPos val="b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do Kit de Gestão para Advogados: troque os textos e mantenha a estrutura. Capa. Reunião de 30 minutos: os números vêm prontos das planilhas 09 (Caixa), 10 (Provisão), 11 (Pró-labore), 13 (Carteira) e 14 (Inadimplência); o contador recebe os arquivos do slide 8 antes da reunião. O roteiro da reunião está no bônus do 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Receita por modalidade. Barras horizontais, uma série. Clique no gráfico &gt; Editar dados. O contador precisa saber o que é honorário, o que é consultoria e o que é reembolso, porque o tratamento é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Saídas por categoria. As linhas são as mesmas da aba Config do Caixa (09): se mudar uma categoria lá, mude aqui. Pró-labore separado das demais, sempre.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Provisões. A alíquota de 6% é do exemplo: o contador confirma a de cada mês (dúvida 1). Sem funcionário CLT no exemplo; se houver, acrescente 13º, férias e encargos como linha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Recebíveis. O contador não cobra ninguém, mas precisa da posição para o balanço e para responder às dúvidas 3 e 6. Se houver parcela a dar baixa, traga o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Pró-labore. Pró-labore é custo fixo; distribuição de lucro é outra coisa e tem tratamento diferente: é exatamente o que se pergunta ao contador.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Dúvidas. Lista numerada para o contador responder por escrito. Perguntas de gestão e contabilidade; nada de consulta jurídica aqui. Guarde as respostas na aba Config das planilhas citadas.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Anexos. Diga exatamente que arquivo e que aba o contador recebe. Envie três dias antes da reunião e termine com a data da próxima.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93776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859536"/>
            <a:ext cx="118872" cy="118872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 e caixa de setembro de 2026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Ferraz &amp; Lima Advocacia (exemplo fictício) · reunião mensal com o contador · 6 de outubro de 2026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Entrou R$ 29,4 mil, saiu R$ 20,2 mil, a receber R$ 128,3 mil. Oito dúvidas no slide 7.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do mês por modalidade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Recebimentos de setembro (regime de caixa), Caixa do escritório (09), aba Painel. Total: R$ 29.400.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120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50876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Agosto: R$ 27.900. Setembro é o maior mês do ano.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recebimento está lançado por cliente, caso e forma de pagamento (Pix, transferência ou boleto).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Reembolso de custas: R$ 0 em setembro. Quando houver, vai em categoria própria, fora da receita (dúvida 4).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receber já emitido e não pago no mês: R$ 7.500 (parcela final de um caso e um parecer).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Saídas do mês por categoria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do escritório (09), aba Painel. Total pago ou provisionado em setembro: R$ 20.179.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4805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Setembro (R$)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Pró-labore dos sócios (2 × R$ 6.000)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Aluguel e condomínio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Impostos e taxas (6% da receita)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Estagiária (bolsa)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Sistemas e assinaturas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 e site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Material, correio e outros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Telefone e internet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Anuidades OAB e cursos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20.179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150876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fixo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pró-labore: R$ 6.415. Com pró-labore: R$ 18.415 por mês.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Custo-hora do escritório: R$ 84 (custo fixo com pró-labore ÷ 220 horas faturáveis dos sócios).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da tabela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Custas adiantadas para clientes: R$ 70 em setembro, a reembolsar (categoria própria, não é despesa do escritório).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Anuidade da OAB: paga em janeiro (R$ 1.100); R$ 150 por mês é a média com cursos.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Provisão de impostos, 13º e férias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Provisão (10). Separado no fechamento do mês e transferido para a conta reserva no dia 28.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137160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Provisão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cálculo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Setembro (R$)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Janeiro a setembro (R$)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Impostos e taxas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 da receita do mês (alíquota efetiva combinada com o contador)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13.236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13º dos sócios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1/12 do pró-labore (R$ 12.000 ÷ 12)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Recesso de janeiro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1/12 do custo fixo sem pró-labore (R$ 6.415 ÷ 12)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provisionado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27.051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do escritório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Impostos pagos no dia 20 do mês seguinte (regime de caixa); 13º e recesso pagos em dezembro e janeiro com o provisionado, sem usar o caixa do mês.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Alvo: três meses de custo fixo com pró-labore (R$ 55,2 mil). Aporte aprovado pelos sócios: R$ 4.000 por mês a partir de outubro (planilha 12).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Recebíveis e vencidos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 de clientes e casos (13) e Parcelas e inadimplência (14), posição de 30/9.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R$ 128,3 mil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receber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contratado menos recebido nos 38 casos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R$ 21,6 mil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Vencido (16,8%)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 R$ 23,6 mil · agosto R$ 20,9 mil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R$ 36,0 mil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Êxito sem data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casos; entra só no fim, não é atraso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375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contador precisa saber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parcelas datadas (fixo, hora e misto): R$ 92,3 mil em 15 casos. Sem data (êxito): R$ 36 mil em 4 casos.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parcela foi dada como perdida em 2026; a régua de cobrança está em andamento nos R$ 21,6 mil vencidos.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Recebido de janeiro a setembro: R$ 220,6 mil, contra R$ 374,2 mil contratados na carteira.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Pró-labore e retiradas por sócio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Pró-labore e separação pessoa física × escritório (11). Pagamento no dia 28, sempre da conta do escritório.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463040"/>
                <a:gridCol w="137160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Pessoa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Pró-labore mensal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Janeiro a setembro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Retiradas extras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Distribuição proposta (out.)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Marina Ferraz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R$ 54.000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Rafael Lima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R$ 54.000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Júlia Prado (bolsa de estágio)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R$ 12.600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R$ 13.400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R$ 120.600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R$ 12.000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da casa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despesa pessoal no cartão ou na conta do escritório; o que escapou foi lançado como retirada extra (zero em 2026).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dos sócios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Sobrou R$ 40,7 mil de janeiro a setembro. Distribuir R$ 12 mil em outubro e manter o restante em reserva: depende da resposta à dúvida 2.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 para o contador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Oito perguntas. As respostas vão para a aba Config das planilhas e para a ata da reunião.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81328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 efetiva de setembro e enquadramento: o faturamento dos últimos 12 meses muda alguma coisa?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R$ 12 mil em outubro (R$ 6 mil por sócio): o que precisa estar apurado antes e como registrar?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Honorários de êxito: nota e imposto no recebimento ou em outro momento? Como lançar os R$ 36 mil sem data?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Reembolso de custas adiantadas para clientes: como lançar para não entrar como receita?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Estagiária: bolsa, recesso e documentos que o escritório deve guardar.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 vencida há mais de 90 dias sem acordo: quando e como dar baixa?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13º dos sócios: pró-labore extra em dezembro ou distribuição? Qual pesa menos?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Calendário de guias e obrigações de outubro a dezembro, para entrar na Agenda do escritório.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 enviados com este resumo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Caixa do escritório: aba Lançamentos filtrada em setembro e aba Painel.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Provisão de impostos, 13º e férias: aba Painel.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Pró-labore e separação pessoa física × escritório: aba Painel.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Carteira de clientes e casos e 14 · Parcelas e inadimplência: abas Painel e Vencidos.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· Resultado mensal simplificado e 20 · Resumo do mês (texto gerado pelo prompt "Preparar a reunião com o contador").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kit: extratos bancários de setembro e guias pagas.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em .xlsx, com as fórmulas; o contador não precisa alterar nada. Próxima reunião: 5 de novembro de 2026.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Carteira e caixa para o contador · modelo de 8 slides</dc:title>
  <dc:subject>PptxGenJS Presentation</dc:subject>
  <dc:creator>Kit de Gestão para Advogados</dc:creator>
  <cp:lastModifiedBy>Kit de Gestão para Advogados</cp:lastModifiedBy>
  <cp:revision>1</cp:revision>
  <dcterms:created xsi:type="dcterms:W3CDTF">2026-09-14T09:35:53Z</dcterms:created>
  <dcterms:modified xsi:type="dcterms:W3CDTF">2026-09-14T09:35:53Z</dcterms:modified>
</cp:coreProperties>
</file>