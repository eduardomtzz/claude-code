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Recebido em agosto (R$)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Outras entradas</c:v>
                  </c:pt>
                  <c:pt idx="1">
                    <c:v>Reembolso de custas</c:v>
                  </c:pt>
                  <c:pt idx="2">
                    <c:v>Honorários de êxito</c:v>
                  </c:pt>
                  <c:pt idx="3">
                    <c:v>Honorários por hora</c:v>
                  </c:pt>
                  <c:pt idx="4">
                    <c:v>Consultoria e pareceres</c:v>
                  </c:pt>
                  <c:pt idx="5">
                    <c:v>Honorários fixos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310</c:v>
                </c:pt>
                <c:pt idx="2">
                  <c:v>0</c:v>
                </c:pt>
                <c:pt idx="3">
                  <c:v>0</c:v>
                </c:pt>
                <c:pt idx="4">
                  <c:v>11290</c:v>
                </c:pt>
                <c:pt idx="5">
                  <c:v>15300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  <c:min val="0"/>
        </c:scaling>
        <c:delete val="0"/>
        <c:axPos val="b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Advogados · modelo v1.0 · set/2026 · Modelo do Kit de Gestão para Advogados (v1.0, set/2026): troque os textos e mantenha a estrutura. O símbolo do canto está no slide mestre (Exibir &gt; Slide mestre): apague lá uma vez e some de todos. Capa. Reunião de 30 minutos: os números vêm prontos das planilhas 09 (Caixa, Config = Agosto), 10 (Provisão), 11 (Pró-labore), 13 (Carteira) e 14 (Parcelas); o contador recebe os arquivos do slide 8 dois dias antes. O roteiro da reunião está no bônus 24. Só totais: nenhum nome de cliente nem número de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Advogados · modelo v1.0 · set/2026 · Receita por categoria. Barras horizontais, uma série, com as categorias da aba Config do Caixa (09). Clique no gráfico &gt; Editar dados. O contador precisa saber o que é honorário, o que é consultoria e o que é reembolso, porque o tratamento é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Advogados · modelo v1.0 · set/2026 · Saídas por categoria. As linhas são as mesmas da aba Config do Caixa (09): se mudar uma categoria lá, mude aqui. Pró-labore separado das demais, sempre. A tabela lista o caixa (pago); a DRE (18) troca a guia paga pela provisão de 8 % e tira a despesa pessoal.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Advogados · modelo v1.0 · set/2026 · Provisões. A alíquota de 8 % é do exemplo: o contador confirma a de cada mês (dúvida 1). Sem funcionário CLT no exemplo; se houver, acrescente 13º, férias e encargos como linha própria. As reservas de fim de ano e de janeiro são decisões de gestão, não obrigações: pergunte ao contador o melhor formato (dúvida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Advogados · modelo v1.0 · set/2026 · Recebíveis. O contador não cobra ninguém, mas precisa da posição para o balanço e para responder às dúvidas 3 e 6. Se houver parcela a dar baixa, traga o número. Nomes de clientes e números de processo ficam na planilha 14, no escritório.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Advogados · modelo v1.0 · set/2026 · Pró-labore. Pró-labore é custo fixo; distribuição de lucro é outra coisa e tem tratamento diferente: é exatamente o que se pergunta ao contador (dúvida 2). Os totais vêm da aba Painel da 11 ("No ano, até o mês do painel, por sócio").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Advogados · modelo v1.0 · set/2026 · Dúvidas. Lista numerada para o contador responder por escrito. Perguntas de gestão e contabilidade; nada de consulta jurídica aqui. Guarde as respostas na aba Config das planilhas citadas.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Advogados · modelo v1.0 · set/2026 · Anexos. Diga exatamente que arquivo e que aba o contador recebe. Nunca a lista de parcelas ou de casos: só totais. Envie dois dias antes da reunião e termine com a data da próxima.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e caixa de agosto de 2026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Ferraz &amp; Lima Advocacia (exemplo fictício) · reunião mensal com o contador · 14 de setembro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R$ 26.900, saiu R$ 21.897, sobrou R$ 5.003; a receber R$ 111.990. Oito dúvidas no slide 7.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de agosto por categoria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Recebimentos de agosto (regime de caixa), Caixa do escritório (09), aba Painel "De onde veio o dinheiro". Total: R$ 26.900.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087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Julho: R$ 29.460 (−8,7 %). Agosto não teve honorário por hora nem êxito; consultoria e pareceres foram o dobro da média do ano (R$ 4.549).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recebimento está lançado por categoria, data e forma de pagamento; a nota fiscal de cada um vai em anexo.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Reembolso de custas (R$ 310) entra em categoria própria, fora dos honorários (dúvida 4).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janeiro a agosto: R$ 207.850 recebidos (fixos R$ 123.450, hora R$ 18.900, êxito R$ 27.000, consultoria R$ 36.390, reembolsos R$ 1.630, outras R$ 480).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de agosto por categoria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do escritório (09), aba Painel "Para onde foi o dinheiro". Total pago em agosto: R$ 21.897.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8463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9728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Agosto (R$)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Pró-labore dos sócios (2 × R$ 6.000)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Aluguel e condomínio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Impostos e taxas (guia de 20/08: 8 % das entradas de julho)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Estagiária (bolsa)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Contador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Outras saídas (despesa pessoal de sócio, a acertar na 11)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Sistemas e assinaturas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e site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Custas e despesas de processo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Material, correio e outros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Anuidades OAB e cursos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Telefone e internet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Deslocamento e viagens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50876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fixo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pró-labore: R$ 6.500 por mês (8 linhas). Com pró-labore: R$ 18.500.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Custo-hora do escritório: R$ 66,07 (R$ 18.500 ÷ 280 horas faturáveis de meta, planilha 05); hora mínima a cobrar R$ 110.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custo fixo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Custas adiantadas para clientes (R$ 380) vão em categoria própria e são reembolsadas: não são despesa do escritório (dúvida 4).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guia de setembro (20/09) será de R$ 2.152: 8 % dos R$ 26.900 de agosto.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Provisão de impostos e reservas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Provisão (10). Separado no fechamento do mês e transferido para a conta separada no dia 5.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840480"/>
                <a:gridCol w="100584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Provisão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Agosto (R$)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Jan–ago (R$)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Impostos e taxas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 das entradas do mês (alíquota efetiva combinada com o contador); guia paga no dia 20 do mês seguinte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16.591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 de fim de ano decidida pelos sócios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R$ 500 por sócio por mês; sem obrigação legal, é decisão dos sócios (dúvida 7)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 para janeiro, mês de receita menor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R$ 156 por mês (inclui o recesso da estagiária), para o caixa não depender de janeiro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separado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Guias pagas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8 % das entradas do mês anterior, dia 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2.357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16.087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provisionado (fim de agosto)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separado − usado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do escritório (12)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Alvo: três meses de custo fixo com pró-labore (R$ 55.500). Guardado: R$ 12.000. Aporte proposto pelos sócios: R$ 3.000 por mês a partir de setembro (meta em dezembro de 2027).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Recebíveis e vencidos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de clientes e casos (13) e Parcelas e inadimplência (14), posição de sexta, 11/09. Só totais.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R$ 111.990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 menos recebido nos 30 casos ativos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R$ 14.480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 (5,1 %)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parcelas; fim de agosto R$ 12.500 (4,5 %) · julho R$ 8.900 (3,6 %)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R$ 30.000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Êxito sem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casos de êxito puro; entra só no fim, não é atraso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contador precisa saber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parcelas datadas (fixo, hora e misto): R$ 56.730 em aberto na planilha 14, dos quais R$ 14.480 vencidos (6 parcelas há mais de 30 dias, R$ 11.000). Sem data (êxito): R$ 30.000 em 5 casos, mais a parte de êxito de 6 casos mistos.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Inadimplência = vencido ÷ (pago + vencido): R$ 14.480 ÷ (R$ 271.910 + R$ 14.480). Nenhuma parcela foi dada como perdida em 2026; a régua de cobrança está em andamento.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Carteira: R$ 383.900 contratados e R$ 271.910 recebidos (inclui 2025); recebido em 2026 até 11/09: R$ 213.070 (caixa).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Pró-labore e retiradas por sócio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Pró-labore e separação pessoa física × escritório (11). Pagamento no dia 28, sempre da conta do escritório. Janeiro a agosto.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960120"/>
                <a:gridCol w="1234440"/>
                <a:gridCol w="868680"/>
                <a:gridCol w="86868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Sócio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Pró-labore mensal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 jan–ago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Retiradas extras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Despesas pessoais pelo escritório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Devoluções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acertar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Distribuição recebida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Ferraz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R$ 48.000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R$ 1.440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R$ 2.960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R$ 6.452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R$ 48.000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R$ 1.500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R$ 6.452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R$ 96.000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R$ 3.500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R$ 2.040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R$ 480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R$ 5.060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R$ 12.905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da casa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Pró-labore combinado R$ 12.000 por mês (2 × R$ 6.000). A bolsa da estagiária (R$ 1.400) é custo fixo, não pró-labore. O que escapou para a conta do escritório virou "a acertar": R$ 5.060 no ano, a descontar da próxima distribuição.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lucro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Regra: 50 % do resultado do trimestre fechado, paga dia 10 do mês seguinte: 1º trimestre R$ 5.311 (abril), 2º trimestre R$ 7.594 (julho). 3º trimestre em andamento: R$ 1.839 após pró-labore até 11/09.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para o contador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perguntas. As respostas vão para a aba Config das planilhas e para a ata da reunião.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efetiva de agosto e enquadramento: o faturamento dos últimos 12 meses muda alguma coisa?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lucro do 3º trimestre em outubro: o que precisa estar apurado antes e como registrar o "a acertar" de R$ 5.060?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Honorários de êxito: nota e imposto no recebimento ou em outro momento? Como tratar os R$ 30 mil sem data?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Reembolso de custas adiantadas para clientes: como lançar para não entrar como receita?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Estagiária: bolsa, recesso e documentos que o escritório deve guardar.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Parcela vencida há mais de 90 dias sem acordo: quando e como dar baixa?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fim de ano dos sócios: pró-labore extra em dezembro ou distribuição? Qual formato pesa menos?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guias e obrigações de outubro a dezembro, para entrar na Agenda do escritório.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enviados com este resumo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Caixa do escritório: aba Painel com Config = Agosto (entradas e saídas por categoria) e as notas fiscais do mês.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Provisão de impostos, 13º e férias: aba Painel.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Pró-labore e separação pessoa física × escritório: aba Painel.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Carteira e 14 · Parcelas: só os totais dos cartões dos Painéis (contratado, recebido, a receber; vencido por faixa), copiados para o slide 5. Sem nome de cliente e sem número de processo.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· Resultado mensal (agosto) e 20 · Resumo do mês (bloco único, gerado com o prompt "Caixa 04").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kit: extratos bancários de agosto e guias pagas.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43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.xlsx, com as fórmulas; o contador não precisa alterar nada. Próxima reunião: 5 de outubro de 2026, com o fechamento de setembro.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Carteira e caixa para o contador · modelo de 8 slides</dc:title>
  <dc:subject>PptxGenJS Presentation</dc:subject>
  <dc:creator>Kit de Gestão para Advogados</dc:creator>
  <cp:lastModifiedBy>Kit de Gestão para Advogados</cp:lastModifiedBy>
  <cp:revision>1</cp:revision>
  <dcterms:created xsi:type="dcterms:W3CDTF">2026-09-14T19:14:50Z</dcterms:created>
  <dcterms:modified xsi:type="dcterms:W3CDTF">2026-09-14T19:14:50Z</dcterms:modified>
</cp:coreProperties>
</file>